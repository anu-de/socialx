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80" r:id="rId4"/>
    <p:sldId id="282" r:id="rId5"/>
    <p:sldId id="283" r:id="rId6"/>
    <p:sldId id="279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7F5"/>
    <a:srgbClr val="FBF6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97977E-33B9-5767-67E8-7E1085835207}" v="1" dt="2024-09-27T07:10:01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50" d="100"/>
          <a:sy n="50" d="100"/>
        </p:scale>
        <p:origin x="141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931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668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91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441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490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91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03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55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459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7523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76F1F-15AB-4169-9DFF-331F505745C8}" type="datetimeFigureOut">
              <a:rPr lang="en-GB" smtClean="0"/>
              <a:t>27/09/2024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B7EE5-87B6-4928-9F8D-323541BD0A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3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278" y="1813307"/>
            <a:ext cx="3705225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2392" y="2685142"/>
            <a:ext cx="3018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SocialX</a:t>
            </a:r>
            <a:endParaRPr lang="en-IN" sz="5400" dirty="0">
              <a:solidFill>
                <a:schemeClr val="bg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303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nut 4"/>
          <p:cNvSpPr/>
          <p:nvPr/>
        </p:nvSpPr>
        <p:spPr>
          <a:xfrm>
            <a:off x="-18785559" y="-17990123"/>
            <a:ext cx="41842541" cy="41854440"/>
          </a:xfrm>
          <a:prstGeom prst="donut">
            <a:avLst>
              <a:gd name="adj" fmla="val 46092"/>
            </a:avLst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sp>
        <p:nvSpPr>
          <p:cNvPr id="2" name="AutoShape 2" descr="https://www.pingidentity.com/content/dam/picr/cdh/pl/c/tp/GFX-MiniCardHeader-UserJourneyAttackVectors-191x95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3793061" y="1508099"/>
            <a:ext cx="50318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Berlin Sans FB" panose="020E0602020502020306" pitchFamily="34" charset="0"/>
              </a:rPr>
              <a:t>Lack of privacy and data control on existing </a:t>
            </a:r>
            <a:r>
              <a:rPr lang="en-US" sz="2000" dirty="0" smtClean="0">
                <a:latin typeface="Berlin Sans FB" panose="020E0602020502020306" pitchFamily="34" charset="0"/>
              </a:rPr>
              <a:t>platforms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Berlin Sans FB" panose="020E0602020502020306" pitchFamily="34" charset="0"/>
              </a:rPr>
              <a:t>Centralized control of user data and </a:t>
            </a:r>
            <a:r>
              <a:rPr lang="en-US" sz="2000" dirty="0" smtClean="0">
                <a:latin typeface="Berlin Sans FB" panose="020E0602020502020306" pitchFamily="34" charset="0"/>
              </a:rPr>
              <a:t>content.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erlin Sans FB" panose="020E0602020502020306" pitchFamily="34" charset="0"/>
              </a:rPr>
              <a:t>Limited </a:t>
            </a:r>
            <a:r>
              <a:rPr lang="en-US" sz="2000" dirty="0">
                <a:latin typeface="Berlin Sans FB" panose="020E0602020502020306" pitchFamily="34" charset="0"/>
              </a:rPr>
              <a:t>monetization opportunities for content creators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1" y="1527397"/>
            <a:ext cx="2819400" cy="281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132" y="3626655"/>
            <a:ext cx="2853817" cy="28503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262" y="637216"/>
            <a:ext cx="2809875" cy="2809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422452"/>
            <a:ext cx="3714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latin typeface="Berlin Sans FB Demi" panose="020E0802020502020306" pitchFamily="34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PROBLEMS</a:t>
            </a:r>
            <a:endParaRPr lang="en-IN" sz="4000" b="1" dirty="0">
              <a:latin typeface="Berlin Sans FB Demi" panose="020E0802020502020306" pitchFamily="34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10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nut 4"/>
          <p:cNvSpPr/>
          <p:nvPr/>
        </p:nvSpPr>
        <p:spPr>
          <a:xfrm>
            <a:off x="-14766009" y="-15875573"/>
            <a:ext cx="41842541" cy="41854440"/>
          </a:xfrm>
          <a:prstGeom prst="donut">
            <a:avLst>
              <a:gd name="adj" fmla="val 46092"/>
            </a:avLst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sp>
        <p:nvSpPr>
          <p:cNvPr id="2" name="AutoShape 2" descr="https://www.pingidentity.com/content/dam/picr/cdh/pl/c/tp/GFX-MiniCardHeader-UserJourneyAttackVectors-191x95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3431111" y="1315042"/>
            <a:ext cx="54482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 font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Berlin Sans FB" panose="020E0602020502020306" pitchFamily="34" charset="0"/>
              </a:rPr>
              <a:t>Decentralized platform for user data privacy and </a:t>
            </a:r>
            <a:r>
              <a:rPr lang="en-US" sz="2000" dirty="0" smtClean="0">
                <a:latin typeface="Berlin Sans FB" panose="020E0602020502020306" pitchFamily="34" charset="0"/>
              </a:rPr>
              <a:t>control.</a:t>
            </a:r>
          </a:p>
          <a:p>
            <a:pPr marL="457200" indent="-457200" algn="ctr" fontAlgn="ctr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erlin Sans FB" panose="020E0602020502020306" pitchFamily="34" charset="0"/>
              </a:rPr>
              <a:t>Transparent</a:t>
            </a:r>
            <a:r>
              <a:rPr lang="en-US" sz="2000" dirty="0">
                <a:latin typeface="Berlin Sans FB" panose="020E0602020502020306" pitchFamily="34" charset="0"/>
              </a:rPr>
              <a:t>, tamper-proof content </a:t>
            </a:r>
            <a:r>
              <a:rPr lang="en-US" sz="2000" dirty="0" smtClean="0">
                <a:latin typeface="Berlin Sans FB" panose="020E0602020502020306" pitchFamily="34" charset="0"/>
              </a:rPr>
              <a:t>management.</a:t>
            </a:r>
          </a:p>
          <a:p>
            <a:pPr marL="457200" indent="-457200" algn="ctr" fontAlgn="ctr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erlin Sans FB" panose="020E0602020502020306" pitchFamily="34" charset="0"/>
              </a:rPr>
              <a:t>Enabling </a:t>
            </a:r>
            <a:r>
              <a:rPr lang="en-US" sz="2000" dirty="0">
                <a:latin typeface="Berlin Sans FB" panose="020E0602020502020306" pitchFamily="34" charset="0"/>
              </a:rPr>
              <a:t>direct peer-to-peer monetization for creators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2" y="1622647"/>
            <a:ext cx="2004008" cy="20040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776" y="3786704"/>
            <a:ext cx="2532968" cy="25298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013" y="781643"/>
            <a:ext cx="2033588" cy="20335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0" y="422452"/>
            <a:ext cx="3714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latin typeface="Berlin Sans FB Demi" panose="020E0802020502020306" pitchFamily="34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SOLUTIONS</a:t>
            </a:r>
            <a:endParaRPr lang="en-IN" sz="4000" b="1" dirty="0">
              <a:latin typeface="Berlin Sans FB Demi" panose="020E0802020502020306" pitchFamily="34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811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nut 4"/>
          <p:cNvSpPr/>
          <p:nvPr/>
        </p:nvSpPr>
        <p:spPr>
          <a:xfrm>
            <a:off x="-10936959" y="-18904523"/>
            <a:ext cx="41842541" cy="41854440"/>
          </a:xfrm>
          <a:prstGeom prst="donut">
            <a:avLst>
              <a:gd name="adj" fmla="val 46092"/>
            </a:avLst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sp>
        <p:nvSpPr>
          <p:cNvPr id="2" name="AutoShape 2" descr="https://www.pingidentity.com/content/dam/picr/cdh/pl/c/tp/GFX-MiniCardHeader-UserJourneyAttackVectors-191x95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3223157" y="1374749"/>
            <a:ext cx="5031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r" font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Berlin Sans FB" panose="020E0602020502020306" pitchFamily="34" charset="0"/>
              </a:rPr>
              <a:t>Blockchain-based identity and data management.</a:t>
            </a:r>
          </a:p>
          <a:p>
            <a:pPr marL="457200" lvl="0" indent="-457200" algn="r" font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Berlin Sans FB" panose="020E0602020502020306" pitchFamily="34" charset="0"/>
              </a:rPr>
              <a:t>Smart contract-driven monetization for content creators.</a:t>
            </a:r>
          </a:p>
          <a:p>
            <a:pPr marL="457200" lvl="0" indent="-457200" algn="r" font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Berlin Sans FB" panose="020E0602020502020306" pitchFamily="34" charset="0"/>
              </a:rPr>
              <a:t>Community governance for decision-making</a:t>
            </a:r>
            <a:endParaRPr lang="en-US" sz="2400" dirty="0">
              <a:solidFill>
                <a:prstClr val="black"/>
              </a:solidFill>
              <a:latin typeface="Berlin Sans FB" panose="020E0602020502020306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41" y="1745891"/>
            <a:ext cx="2321989" cy="23219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700" y="3836205"/>
            <a:ext cx="2510499" cy="25074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262" y="637216"/>
            <a:ext cx="2809875" cy="2809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422452"/>
            <a:ext cx="3714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Berlin Sans FB Demi" panose="020E0802020502020306" pitchFamily="34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KEY FEATURES</a:t>
            </a:r>
          </a:p>
          <a:p>
            <a:endParaRPr lang="en-IN" sz="4000" b="1" dirty="0">
              <a:latin typeface="Berlin Sans FB Demi" panose="020E0802020502020306" pitchFamily="34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629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4-09-28 100346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754" y="552451"/>
            <a:ext cx="12127246" cy="5886450"/>
          </a:xfrm>
        </p:spPr>
      </p:pic>
    </p:spTree>
    <p:extLst>
      <p:ext uri="{BB962C8B-B14F-4D97-AF65-F5344CB8AC3E}">
        <p14:creationId xmlns:p14="http://schemas.microsoft.com/office/powerpoint/2010/main" val="2778365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850" y="217090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chemeClr val="bg1"/>
                </a:solidFill>
                <a:latin typeface="Tw Cen MT" panose="020B0602020104020603" pitchFamily="34" charset="0"/>
              </a:rPr>
              <a:t>SocialX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b="1" dirty="0" smtClean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775" y="1299776"/>
            <a:ext cx="3705225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33650" y="3124200"/>
            <a:ext cx="7124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w Cen MT" panose="020B0602020104020603" pitchFamily="34" charset="0"/>
              </a:rPr>
              <a:t>Empowering Social Interactions </a:t>
            </a:r>
            <a:endParaRPr lang="en-US" sz="2800" dirty="0" smtClean="0">
              <a:solidFill>
                <a:schemeClr val="bg1"/>
              </a:solidFill>
              <a:latin typeface="Tw Cen MT" panose="020B0602020104020603" pitchFamily="34" charset="0"/>
            </a:endParaRPr>
          </a:p>
          <a:p>
            <a:pPr algn="ctr"/>
            <a:r>
              <a:rPr lang="en-US" sz="2800" dirty="0" smtClean="0">
                <a:solidFill>
                  <a:schemeClr val="bg1"/>
                </a:solidFill>
                <a:latin typeface="Tw Cen MT" panose="020B0602020104020603" pitchFamily="34" charset="0"/>
              </a:rPr>
              <a:t>with Blockchain</a:t>
            </a:r>
            <a:endParaRPr lang="en-IN" sz="28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727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32075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 Demi" panose="020E0802020502020306" pitchFamily="34" charset="0"/>
              </a:rPr>
              <a:t>IMMUTABLE MINDS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76850" y="2190750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solidFill>
                  <a:schemeClr val="bg1"/>
                </a:solidFill>
                <a:latin typeface="Berlin Sans FB Demi" panose="020E0802020502020306" pitchFamily="34" charset="0"/>
              </a:rPr>
              <a:t>By:</a:t>
            </a:r>
            <a:endParaRPr lang="en-IN" sz="36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95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77</Words>
  <Application>Microsoft Office PowerPoint</Application>
  <PresentationFormat>Widescreen</PresentationFormat>
  <Paragraphs>19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Berlin Sans FB Demi</vt:lpstr>
      <vt:lpstr>Britannic Bold</vt:lpstr>
      <vt:lpstr>Calibri</vt:lpstr>
      <vt:lpstr>Calibri Light</vt:lpstr>
      <vt:lpstr>Cascadia Code SemiLight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</vt:lpstr>
      <vt:lpstr>IMMUTABLE MINDS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Varun</dc:creator>
  <cp:lastModifiedBy>K Avinash</cp:lastModifiedBy>
  <cp:revision>78</cp:revision>
  <dcterms:created xsi:type="dcterms:W3CDTF">2023-12-11T02:04:29Z</dcterms:created>
  <dcterms:modified xsi:type="dcterms:W3CDTF">2024-09-28T04:54:35Z</dcterms:modified>
</cp:coreProperties>
</file>